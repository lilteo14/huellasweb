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6" r:id="rId2"/>
    <p:sldId id="264" r:id="rId3"/>
    <p:sldId id="266" r:id="rId4"/>
    <p:sldId id="267" r:id="rId5"/>
    <p:sldId id="268" r:id="rId6"/>
    <p:sldId id="265" r:id="rId7"/>
  </p:sldIdLst>
  <p:sldSz cx="12984163" cy="81899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632C"/>
    <a:srgbClr val="FF9300"/>
    <a:srgbClr val="000000"/>
    <a:srgbClr val="01854D"/>
    <a:srgbClr val="1B802A"/>
    <a:srgbClr val="1B7F2A"/>
    <a:srgbClr val="008F00"/>
    <a:srgbClr val="5E5E5E"/>
    <a:srgbClr val="929292"/>
    <a:srgbClr val="BE5C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/>
    <p:restoredTop sz="94850"/>
  </p:normalViewPr>
  <p:slideViewPr>
    <p:cSldViewPr snapToGrid="0">
      <p:cViewPr varScale="1">
        <p:scale>
          <a:sx n="53" d="100"/>
          <a:sy n="53" d="100"/>
        </p:scale>
        <p:origin x="192" y="1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8C3F9BD6-F573-31E6-E8B2-A56D149FE4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83F4EA5-BE02-8271-EEC9-2A94A23F73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2DFF66-FA03-1644-9835-8D2B4F1191FE}" type="datetimeFigureOut">
              <a:rPr lang="es-CL" smtClean="0"/>
              <a:t>17-03-26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302FF74-1F2F-6A1B-BD83-E8924CC96B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3399D9-5F23-6C19-97BC-9ED53A15B1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B5C3AE-B11E-534F-9B0C-7243267FE50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4546911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6CA01D-D02E-2948-B841-8EF91AD9953B}" type="datetimeFigureOut">
              <a:rPr lang="es-CL" smtClean="0"/>
              <a:t>17-03-26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82663" y="1143000"/>
            <a:ext cx="4892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7A11D-662C-2941-B62A-51963B8A742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510445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1016356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1pPr>
    <a:lvl2pPr marL="508178" algn="l" defTabSz="1016356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2pPr>
    <a:lvl3pPr marL="1016356" algn="l" defTabSz="1016356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3pPr>
    <a:lvl4pPr marL="1524533" algn="l" defTabSz="1016356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4pPr>
    <a:lvl5pPr marL="2032711" algn="l" defTabSz="1016356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5pPr>
    <a:lvl6pPr marL="2540889" algn="l" defTabSz="1016356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6pPr>
    <a:lvl7pPr marL="3049067" algn="l" defTabSz="1016356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7pPr>
    <a:lvl8pPr marL="3557245" algn="l" defTabSz="1016356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8pPr>
    <a:lvl9pPr marL="4065422" algn="l" defTabSz="1016356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3021" y="1340341"/>
            <a:ext cx="9738122" cy="2851303"/>
          </a:xfrm>
        </p:spPr>
        <p:txBody>
          <a:bodyPr anchor="b"/>
          <a:lstStyle>
            <a:lvl1pPr algn="ctr">
              <a:defRPr sz="639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3021" y="4301601"/>
            <a:ext cx="9738122" cy="1977333"/>
          </a:xfrm>
        </p:spPr>
        <p:txBody>
          <a:bodyPr/>
          <a:lstStyle>
            <a:lvl1pPr marL="0" indent="0" algn="ctr">
              <a:buNone/>
              <a:defRPr sz="2556"/>
            </a:lvl1pPr>
            <a:lvl2pPr marL="486918" indent="0" algn="ctr">
              <a:buNone/>
              <a:defRPr sz="2130"/>
            </a:lvl2pPr>
            <a:lvl3pPr marL="973836" indent="0" algn="ctr">
              <a:buNone/>
              <a:defRPr sz="1917"/>
            </a:lvl3pPr>
            <a:lvl4pPr marL="1460754" indent="0" algn="ctr">
              <a:buNone/>
              <a:defRPr sz="1704"/>
            </a:lvl4pPr>
            <a:lvl5pPr marL="1947672" indent="0" algn="ctr">
              <a:buNone/>
              <a:defRPr sz="1704"/>
            </a:lvl5pPr>
            <a:lvl6pPr marL="2434590" indent="0" algn="ctr">
              <a:buNone/>
              <a:defRPr sz="1704"/>
            </a:lvl6pPr>
            <a:lvl7pPr marL="2921508" indent="0" algn="ctr">
              <a:buNone/>
              <a:defRPr sz="1704"/>
            </a:lvl7pPr>
            <a:lvl8pPr marL="3408426" indent="0" algn="ctr">
              <a:buNone/>
              <a:defRPr sz="1704"/>
            </a:lvl8pPr>
            <a:lvl9pPr marL="3895344" indent="0" algn="ctr">
              <a:buNone/>
              <a:defRPr sz="1704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8FBB8-8E5B-8744-98C3-C2C4DDD4C076}" type="datetime1">
              <a:rPr lang="es-CL" smtClean="0"/>
              <a:t>17-03-26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1F65A-6907-C647-ACE0-444D8F66767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04093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5D358-5F54-A049-B20E-C6D8790CBB2D}" type="datetime1">
              <a:rPr lang="es-CL" smtClean="0"/>
              <a:t>17-03-26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1F65A-6907-C647-ACE0-444D8F66767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59855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898" y="2041792"/>
            <a:ext cx="11198841" cy="3406776"/>
          </a:xfrm>
        </p:spPr>
        <p:txBody>
          <a:bodyPr anchor="b"/>
          <a:lstStyle>
            <a:lvl1pPr>
              <a:defRPr sz="639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5898" y="5480797"/>
            <a:ext cx="11198841" cy="1791543"/>
          </a:xfrm>
        </p:spPr>
        <p:txBody>
          <a:bodyPr/>
          <a:lstStyle>
            <a:lvl1pPr marL="0" indent="0">
              <a:buNone/>
              <a:defRPr sz="2556">
                <a:solidFill>
                  <a:schemeClr val="tx1">
                    <a:tint val="82000"/>
                  </a:schemeClr>
                </a:solidFill>
              </a:defRPr>
            </a:lvl1pPr>
            <a:lvl2pPr marL="486918" indent="0">
              <a:buNone/>
              <a:defRPr sz="2130">
                <a:solidFill>
                  <a:schemeClr val="tx1">
                    <a:tint val="82000"/>
                  </a:schemeClr>
                </a:solidFill>
              </a:defRPr>
            </a:lvl2pPr>
            <a:lvl3pPr marL="973836" indent="0">
              <a:buNone/>
              <a:defRPr sz="1917">
                <a:solidFill>
                  <a:schemeClr val="tx1">
                    <a:tint val="82000"/>
                  </a:schemeClr>
                </a:solidFill>
              </a:defRPr>
            </a:lvl3pPr>
            <a:lvl4pPr marL="1460754" indent="0">
              <a:buNone/>
              <a:defRPr sz="1704">
                <a:solidFill>
                  <a:schemeClr val="tx1">
                    <a:tint val="82000"/>
                  </a:schemeClr>
                </a:solidFill>
              </a:defRPr>
            </a:lvl4pPr>
            <a:lvl5pPr marL="1947672" indent="0">
              <a:buNone/>
              <a:defRPr sz="1704">
                <a:solidFill>
                  <a:schemeClr val="tx1">
                    <a:tint val="82000"/>
                  </a:schemeClr>
                </a:solidFill>
              </a:defRPr>
            </a:lvl5pPr>
            <a:lvl6pPr marL="2434590" indent="0">
              <a:buNone/>
              <a:defRPr sz="1704">
                <a:solidFill>
                  <a:schemeClr val="tx1">
                    <a:tint val="82000"/>
                  </a:schemeClr>
                </a:solidFill>
              </a:defRPr>
            </a:lvl6pPr>
            <a:lvl7pPr marL="2921508" indent="0">
              <a:buNone/>
              <a:defRPr sz="1704">
                <a:solidFill>
                  <a:schemeClr val="tx1">
                    <a:tint val="82000"/>
                  </a:schemeClr>
                </a:solidFill>
              </a:defRPr>
            </a:lvl7pPr>
            <a:lvl8pPr marL="3408426" indent="0">
              <a:buNone/>
              <a:defRPr sz="1704">
                <a:solidFill>
                  <a:schemeClr val="tx1">
                    <a:tint val="82000"/>
                  </a:schemeClr>
                </a:solidFill>
              </a:defRPr>
            </a:lvl8pPr>
            <a:lvl9pPr marL="3895344" indent="0">
              <a:buNone/>
              <a:defRPr sz="170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CF234-60F9-3E47-B11C-0497C0CFFCDF}" type="datetime1">
              <a:rPr lang="es-CL" smtClean="0"/>
              <a:t>17-03-26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1F65A-6907-C647-ACE0-444D8F66767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529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2661" y="2180185"/>
            <a:ext cx="5518269" cy="5196425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3233" y="2180185"/>
            <a:ext cx="5518269" cy="5196425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BFF4E-9F75-8D42-883A-7F4FD4AAFB9B}" type="datetime1">
              <a:rPr lang="es-CL" smtClean="0"/>
              <a:t>17-03-26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1F65A-6907-C647-ACE0-444D8F66767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4153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4352" y="436037"/>
            <a:ext cx="11198841" cy="1583005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4353" y="2007667"/>
            <a:ext cx="5492909" cy="983926"/>
          </a:xfrm>
        </p:spPr>
        <p:txBody>
          <a:bodyPr anchor="b"/>
          <a:lstStyle>
            <a:lvl1pPr marL="0" indent="0">
              <a:buNone/>
              <a:defRPr sz="2556" b="1"/>
            </a:lvl1pPr>
            <a:lvl2pPr marL="486918" indent="0">
              <a:buNone/>
              <a:defRPr sz="2130" b="1"/>
            </a:lvl2pPr>
            <a:lvl3pPr marL="973836" indent="0">
              <a:buNone/>
              <a:defRPr sz="1917" b="1"/>
            </a:lvl3pPr>
            <a:lvl4pPr marL="1460754" indent="0">
              <a:buNone/>
              <a:defRPr sz="1704" b="1"/>
            </a:lvl4pPr>
            <a:lvl5pPr marL="1947672" indent="0">
              <a:buNone/>
              <a:defRPr sz="1704" b="1"/>
            </a:lvl5pPr>
            <a:lvl6pPr marL="2434590" indent="0">
              <a:buNone/>
              <a:defRPr sz="1704" b="1"/>
            </a:lvl6pPr>
            <a:lvl7pPr marL="2921508" indent="0">
              <a:buNone/>
              <a:defRPr sz="1704" b="1"/>
            </a:lvl7pPr>
            <a:lvl8pPr marL="3408426" indent="0">
              <a:buNone/>
              <a:defRPr sz="1704" b="1"/>
            </a:lvl8pPr>
            <a:lvl9pPr marL="3895344" indent="0">
              <a:buNone/>
              <a:defRPr sz="1704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4353" y="2991593"/>
            <a:ext cx="5492909" cy="440018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73233" y="2007667"/>
            <a:ext cx="5519960" cy="983926"/>
          </a:xfrm>
        </p:spPr>
        <p:txBody>
          <a:bodyPr anchor="b"/>
          <a:lstStyle>
            <a:lvl1pPr marL="0" indent="0">
              <a:buNone/>
              <a:defRPr sz="2556" b="1"/>
            </a:lvl1pPr>
            <a:lvl2pPr marL="486918" indent="0">
              <a:buNone/>
              <a:defRPr sz="2130" b="1"/>
            </a:lvl2pPr>
            <a:lvl3pPr marL="973836" indent="0">
              <a:buNone/>
              <a:defRPr sz="1917" b="1"/>
            </a:lvl3pPr>
            <a:lvl4pPr marL="1460754" indent="0">
              <a:buNone/>
              <a:defRPr sz="1704" b="1"/>
            </a:lvl4pPr>
            <a:lvl5pPr marL="1947672" indent="0">
              <a:buNone/>
              <a:defRPr sz="1704" b="1"/>
            </a:lvl5pPr>
            <a:lvl6pPr marL="2434590" indent="0">
              <a:buNone/>
              <a:defRPr sz="1704" b="1"/>
            </a:lvl6pPr>
            <a:lvl7pPr marL="2921508" indent="0">
              <a:buNone/>
              <a:defRPr sz="1704" b="1"/>
            </a:lvl7pPr>
            <a:lvl8pPr marL="3408426" indent="0">
              <a:buNone/>
              <a:defRPr sz="1704" b="1"/>
            </a:lvl8pPr>
            <a:lvl9pPr marL="3895344" indent="0">
              <a:buNone/>
              <a:defRPr sz="1704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73233" y="2991593"/>
            <a:ext cx="5519960" cy="440018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F0AB-944E-2D4E-8DC3-71E1861766D5}" type="datetime1">
              <a:rPr lang="es-CL" smtClean="0"/>
              <a:t>17-03-26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1F65A-6907-C647-ACE0-444D8F66767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3628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994A-C287-0948-9E36-7E6A4F1356EA}" type="datetime1">
              <a:rPr lang="es-CL" smtClean="0"/>
              <a:t>17-03-26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1F65A-6907-C647-ACE0-444D8F66767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38030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788A8-1722-F24C-B3E9-A9E0DADC6719}" type="datetime1">
              <a:rPr lang="es-CL" smtClean="0"/>
              <a:t>17-03-26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1F65A-6907-C647-ACE0-444D8F66767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47822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4353" y="545994"/>
            <a:ext cx="4187730" cy="1910980"/>
          </a:xfrm>
        </p:spPr>
        <p:txBody>
          <a:bodyPr anchor="b"/>
          <a:lstStyle>
            <a:lvl1pPr>
              <a:defRPr sz="3408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9960" y="1179196"/>
            <a:ext cx="6573233" cy="5820147"/>
          </a:xfrm>
        </p:spPr>
        <p:txBody>
          <a:bodyPr/>
          <a:lstStyle>
            <a:lvl1pPr>
              <a:defRPr sz="3408"/>
            </a:lvl1pPr>
            <a:lvl2pPr>
              <a:defRPr sz="2982"/>
            </a:lvl2pPr>
            <a:lvl3pPr>
              <a:defRPr sz="2556"/>
            </a:lvl3pPr>
            <a:lvl4pPr>
              <a:defRPr sz="2130"/>
            </a:lvl4pPr>
            <a:lvl5pPr>
              <a:defRPr sz="2130"/>
            </a:lvl5pPr>
            <a:lvl6pPr>
              <a:defRPr sz="2130"/>
            </a:lvl6pPr>
            <a:lvl7pPr>
              <a:defRPr sz="2130"/>
            </a:lvl7pPr>
            <a:lvl8pPr>
              <a:defRPr sz="2130"/>
            </a:lvl8pPr>
            <a:lvl9pPr>
              <a:defRPr sz="213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4353" y="2456974"/>
            <a:ext cx="4187730" cy="4551848"/>
          </a:xfrm>
        </p:spPr>
        <p:txBody>
          <a:bodyPr/>
          <a:lstStyle>
            <a:lvl1pPr marL="0" indent="0">
              <a:buNone/>
              <a:defRPr sz="1704"/>
            </a:lvl1pPr>
            <a:lvl2pPr marL="486918" indent="0">
              <a:buNone/>
              <a:defRPr sz="1491"/>
            </a:lvl2pPr>
            <a:lvl3pPr marL="973836" indent="0">
              <a:buNone/>
              <a:defRPr sz="1278"/>
            </a:lvl3pPr>
            <a:lvl4pPr marL="1460754" indent="0">
              <a:buNone/>
              <a:defRPr sz="1065"/>
            </a:lvl4pPr>
            <a:lvl5pPr marL="1947672" indent="0">
              <a:buNone/>
              <a:defRPr sz="1065"/>
            </a:lvl5pPr>
            <a:lvl6pPr marL="2434590" indent="0">
              <a:buNone/>
              <a:defRPr sz="1065"/>
            </a:lvl6pPr>
            <a:lvl7pPr marL="2921508" indent="0">
              <a:buNone/>
              <a:defRPr sz="1065"/>
            </a:lvl7pPr>
            <a:lvl8pPr marL="3408426" indent="0">
              <a:buNone/>
              <a:defRPr sz="1065"/>
            </a:lvl8pPr>
            <a:lvl9pPr marL="3895344" indent="0">
              <a:buNone/>
              <a:defRPr sz="106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C03A2-2496-3247-907A-B476629B26EC}" type="datetime1">
              <a:rPr lang="es-CL" smtClean="0"/>
              <a:t>17-03-26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1F65A-6907-C647-ACE0-444D8F66767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4404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4353" y="545994"/>
            <a:ext cx="4187730" cy="1910980"/>
          </a:xfrm>
        </p:spPr>
        <p:txBody>
          <a:bodyPr anchor="b"/>
          <a:lstStyle>
            <a:lvl1pPr>
              <a:defRPr sz="3408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19960" y="1179196"/>
            <a:ext cx="6573233" cy="5820147"/>
          </a:xfrm>
        </p:spPr>
        <p:txBody>
          <a:bodyPr anchor="t"/>
          <a:lstStyle>
            <a:lvl1pPr marL="0" indent="0">
              <a:buNone/>
              <a:defRPr sz="3408"/>
            </a:lvl1pPr>
            <a:lvl2pPr marL="486918" indent="0">
              <a:buNone/>
              <a:defRPr sz="2982"/>
            </a:lvl2pPr>
            <a:lvl3pPr marL="973836" indent="0">
              <a:buNone/>
              <a:defRPr sz="2556"/>
            </a:lvl3pPr>
            <a:lvl4pPr marL="1460754" indent="0">
              <a:buNone/>
              <a:defRPr sz="2130"/>
            </a:lvl4pPr>
            <a:lvl5pPr marL="1947672" indent="0">
              <a:buNone/>
              <a:defRPr sz="2130"/>
            </a:lvl5pPr>
            <a:lvl6pPr marL="2434590" indent="0">
              <a:buNone/>
              <a:defRPr sz="2130"/>
            </a:lvl6pPr>
            <a:lvl7pPr marL="2921508" indent="0">
              <a:buNone/>
              <a:defRPr sz="2130"/>
            </a:lvl7pPr>
            <a:lvl8pPr marL="3408426" indent="0">
              <a:buNone/>
              <a:defRPr sz="2130"/>
            </a:lvl8pPr>
            <a:lvl9pPr marL="3895344" indent="0">
              <a:buNone/>
              <a:defRPr sz="213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4353" y="2456974"/>
            <a:ext cx="4187730" cy="4551848"/>
          </a:xfrm>
        </p:spPr>
        <p:txBody>
          <a:bodyPr/>
          <a:lstStyle>
            <a:lvl1pPr marL="0" indent="0">
              <a:buNone/>
              <a:defRPr sz="1704"/>
            </a:lvl1pPr>
            <a:lvl2pPr marL="486918" indent="0">
              <a:buNone/>
              <a:defRPr sz="1491"/>
            </a:lvl2pPr>
            <a:lvl3pPr marL="973836" indent="0">
              <a:buNone/>
              <a:defRPr sz="1278"/>
            </a:lvl3pPr>
            <a:lvl4pPr marL="1460754" indent="0">
              <a:buNone/>
              <a:defRPr sz="1065"/>
            </a:lvl4pPr>
            <a:lvl5pPr marL="1947672" indent="0">
              <a:buNone/>
              <a:defRPr sz="1065"/>
            </a:lvl5pPr>
            <a:lvl6pPr marL="2434590" indent="0">
              <a:buNone/>
              <a:defRPr sz="1065"/>
            </a:lvl6pPr>
            <a:lvl7pPr marL="2921508" indent="0">
              <a:buNone/>
              <a:defRPr sz="1065"/>
            </a:lvl7pPr>
            <a:lvl8pPr marL="3408426" indent="0">
              <a:buNone/>
              <a:defRPr sz="1065"/>
            </a:lvl8pPr>
            <a:lvl9pPr marL="3895344" indent="0">
              <a:buNone/>
              <a:defRPr sz="106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83D64-7EBA-3246-8AAB-44EB06587FD7}" type="datetime1">
              <a:rPr lang="es-CL" smtClean="0"/>
              <a:t>17-03-26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1F65A-6907-C647-ACE0-444D8F66767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042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BCA33-9CC1-6649-B275-F59239EEB705}" type="datetime1">
              <a:rPr lang="es-CL" smtClean="0"/>
              <a:t>17-03-26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1F65A-6907-C647-ACE0-444D8F66767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5049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1792" y="436037"/>
            <a:ext cx="2799710" cy="6940573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2661" y="436037"/>
            <a:ext cx="8236828" cy="6940573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F62E3-1A3F-A943-8454-CB6527A53AAC}" type="datetime1">
              <a:rPr lang="es-CL" smtClean="0"/>
              <a:t>17-03-26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1F65A-6907-C647-ACE0-444D8F66767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40035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2661" y="436037"/>
            <a:ext cx="11198841" cy="15830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2661" y="2180185"/>
            <a:ext cx="11198841" cy="5196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2661" y="7590837"/>
            <a:ext cx="2921437" cy="436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83F101-64C3-B54B-BF5D-8F37EC0C8F55}" type="datetime1">
              <a:rPr lang="es-CL" smtClean="0"/>
              <a:t>17-03-26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1004" y="7590837"/>
            <a:ext cx="4382155" cy="436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70065" y="7590837"/>
            <a:ext cx="2921437" cy="436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F1F65A-6907-C647-ACE0-444D8F66767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79891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73836" rtl="0" eaLnBrk="1" latinLnBrk="0" hangingPunct="1">
        <a:lnSpc>
          <a:spcPct val="90000"/>
        </a:lnSpc>
        <a:spcBef>
          <a:spcPct val="0"/>
        </a:spcBef>
        <a:buNone/>
        <a:defRPr sz="46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459" indent="-243459" algn="l" defTabSz="973836" rtl="0" eaLnBrk="1" latinLnBrk="0" hangingPunct="1">
        <a:lnSpc>
          <a:spcPct val="90000"/>
        </a:lnSpc>
        <a:spcBef>
          <a:spcPts val="1065"/>
        </a:spcBef>
        <a:buFont typeface="Arial" panose="020B0604020202020204" pitchFamily="34" charset="0"/>
        <a:buChar char="•"/>
        <a:defRPr sz="2982" kern="1200">
          <a:solidFill>
            <a:schemeClr val="tx1"/>
          </a:solidFill>
          <a:latin typeface="+mn-lt"/>
          <a:ea typeface="+mn-ea"/>
          <a:cs typeface="+mn-cs"/>
        </a:defRPr>
      </a:lvl1pPr>
      <a:lvl2pPr marL="730377" indent="-243459" algn="l" defTabSz="973836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556" kern="1200">
          <a:solidFill>
            <a:schemeClr val="tx1"/>
          </a:solidFill>
          <a:latin typeface="+mn-lt"/>
          <a:ea typeface="+mn-ea"/>
          <a:cs typeface="+mn-cs"/>
        </a:defRPr>
      </a:lvl2pPr>
      <a:lvl3pPr marL="1217295" indent="-243459" algn="l" defTabSz="973836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130" kern="1200">
          <a:solidFill>
            <a:schemeClr val="tx1"/>
          </a:solidFill>
          <a:latin typeface="+mn-lt"/>
          <a:ea typeface="+mn-ea"/>
          <a:cs typeface="+mn-cs"/>
        </a:defRPr>
      </a:lvl3pPr>
      <a:lvl4pPr marL="1704213" indent="-243459" algn="l" defTabSz="973836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17" kern="1200">
          <a:solidFill>
            <a:schemeClr val="tx1"/>
          </a:solidFill>
          <a:latin typeface="+mn-lt"/>
          <a:ea typeface="+mn-ea"/>
          <a:cs typeface="+mn-cs"/>
        </a:defRPr>
      </a:lvl4pPr>
      <a:lvl5pPr marL="2191131" indent="-243459" algn="l" defTabSz="973836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17" kern="1200">
          <a:solidFill>
            <a:schemeClr val="tx1"/>
          </a:solidFill>
          <a:latin typeface="+mn-lt"/>
          <a:ea typeface="+mn-ea"/>
          <a:cs typeface="+mn-cs"/>
        </a:defRPr>
      </a:lvl5pPr>
      <a:lvl6pPr marL="2678049" indent="-243459" algn="l" defTabSz="973836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17" kern="1200">
          <a:solidFill>
            <a:schemeClr val="tx1"/>
          </a:solidFill>
          <a:latin typeface="+mn-lt"/>
          <a:ea typeface="+mn-ea"/>
          <a:cs typeface="+mn-cs"/>
        </a:defRPr>
      </a:lvl6pPr>
      <a:lvl7pPr marL="3164967" indent="-243459" algn="l" defTabSz="973836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17" kern="1200">
          <a:solidFill>
            <a:schemeClr val="tx1"/>
          </a:solidFill>
          <a:latin typeface="+mn-lt"/>
          <a:ea typeface="+mn-ea"/>
          <a:cs typeface="+mn-cs"/>
        </a:defRPr>
      </a:lvl7pPr>
      <a:lvl8pPr marL="3651885" indent="-243459" algn="l" defTabSz="973836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17" kern="1200">
          <a:solidFill>
            <a:schemeClr val="tx1"/>
          </a:solidFill>
          <a:latin typeface="+mn-lt"/>
          <a:ea typeface="+mn-ea"/>
          <a:cs typeface="+mn-cs"/>
        </a:defRPr>
      </a:lvl8pPr>
      <a:lvl9pPr marL="4138803" indent="-243459" algn="l" defTabSz="973836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3836" rtl="0" eaLnBrk="1" latinLnBrk="0" hangingPunct="1">
        <a:defRPr sz="1917" kern="1200">
          <a:solidFill>
            <a:schemeClr val="tx1"/>
          </a:solidFill>
          <a:latin typeface="+mn-lt"/>
          <a:ea typeface="+mn-ea"/>
          <a:cs typeface="+mn-cs"/>
        </a:defRPr>
      </a:lvl1pPr>
      <a:lvl2pPr marL="486918" algn="l" defTabSz="973836" rtl="0" eaLnBrk="1" latinLnBrk="0" hangingPunct="1">
        <a:defRPr sz="1917" kern="1200">
          <a:solidFill>
            <a:schemeClr val="tx1"/>
          </a:solidFill>
          <a:latin typeface="+mn-lt"/>
          <a:ea typeface="+mn-ea"/>
          <a:cs typeface="+mn-cs"/>
        </a:defRPr>
      </a:lvl2pPr>
      <a:lvl3pPr marL="973836" algn="l" defTabSz="973836" rtl="0" eaLnBrk="1" latinLnBrk="0" hangingPunct="1">
        <a:defRPr sz="1917" kern="1200">
          <a:solidFill>
            <a:schemeClr val="tx1"/>
          </a:solidFill>
          <a:latin typeface="+mn-lt"/>
          <a:ea typeface="+mn-ea"/>
          <a:cs typeface="+mn-cs"/>
        </a:defRPr>
      </a:lvl3pPr>
      <a:lvl4pPr marL="1460754" algn="l" defTabSz="973836" rtl="0" eaLnBrk="1" latinLnBrk="0" hangingPunct="1">
        <a:defRPr sz="1917" kern="1200">
          <a:solidFill>
            <a:schemeClr val="tx1"/>
          </a:solidFill>
          <a:latin typeface="+mn-lt"/>
          <a:ea typeface="+mn-ea"/>
          <a:cs typeface="+mn-cs"/>
        </a:defRPr>
      </a:lvl4pPr>
      <a:lvl5pPr marL="1947672" algn="l" defTabSz="973836" rtl="0" eaLnBrk="1" latinLnBrk="0" hangingPunct="1">
        <a:defRPr sz="1917" kern="1200">
          <a:solidFill>
            <a:schemeClr val="tx1"/>
          </a:solidFill>
          <a:latin typeface="+mn-lt"/>
          <a:ea typeface="+mn-ea"/>
          <a:cs typeface="+mn-cs"/>
        </a:defRPr>
      </a:lvl5pPr>
      <a:lvl6pPr marL="2434590" algn="l" defTabSz="973836" rtl="0" eaLnBrk="1" latinLnBrk="0" hangingPunct="1">
        <a:defRPr sz="1917" kern="1200">
          <a:solidFill>
            <a:schemeClr val="tx1"/>
          </a:solidFill>
          <a:latin typeface="+mn-lt"/>
          <a:ea typeface="+mn-ea"/>
          <a:cs typeface="+mn-cs"/>
        </a:defRPr>
      </a:lvl6pPr>
      <a:lvl7pPr marL="2921508" algn="l" defTabSz="973836" rtl="0" eaLnBrk="1" latinLnBrk="0" hangingPunct="1">
        <a:defRPr sz="1917" kern="1200">
          <a:solidFill>
            <a:schemeClr val="tx1"/>
          </a:solidFill>
          <a:latin typeface="+mn-lt"/>
          <a:ea typeface="+mn-ea"/>
          <a:cs typeface="+mn-cs"/>
        </a:defRPr>
      </a:lvl7pPr>
      <a:lvl8pPr marL="3408426" algn="l" defTabSz="973836" rtl="0" eaLnBrk="1" latinLnBrk="0" hangingPunct="1">
        <a:defRPr sz="1917" kern="1200">
          <a:solidFill>
            <a:schemeClr val="tx1"/>
          </a:solidFill>
          <a:latin typeface="+mn-lt"/>
          <a:ea typeface="+mn-ea"/>
          <a:cs typeface="+mn-cs"/>
        </a:defRPr>
      </a:lvl8pPr>
      <a:lvl9pPr marL="3895344" algn="l" defTabSz="973836" rtl="0" eaLnBrk="1" latinLnBrk="0" hangingPunct="1">
        <a:defRPr sz="19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9A70F31E-E82E-358B-EF7B-78FE90301350}"/>
              </a:ext>
            </a:extLst>
          </p:cNvPr>
          <p:cNvSpPr txBox="1">
            <a:spLocks/>
          </p:cNvSpPr>
          <p:nvPr/>
        </p:nvSpPr>
        <p:spPr>
          <a:xfrm>
            <a:off x="1539820" y="4901389"/>
            <a:ext cx="5463017" cy="1162991"/>
          </a:xfrm>
          <a:prstGeom prst="rect">
            <a:avLst/>
          </a:prstGeom>
          <a:ln>
            <a:noFill/>
          </a:ln>
        </p:spPr>
        <p:txBody>
          <a:bodyPr vert="horz" lIns="97381" tIns="48691" rIns="97381" bIns="48691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L" sz="3515" dirty="0"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s-CL" sz="29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HUELLAS SUSTENTABLES</a:t>
            </a:r>
            <a:br>
              <a:rPr lang="es-CL" sz="3515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CL" sz="3515" dirty="0"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s-CL" sz="2100" dirty="0">
                <a:solidFill>
                  <a:srgbClr val="BE5C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NTH Consultores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07D0AC48-EED8-BE45-9D5B-EFE3358ED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835" y="5052957"/>
            <a:ext cx="1110056" cy="859856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479FD4F2-96B1-779A-72D8-36225B7DA88F}"/>
              </a:ext>
            </a:extLst>
          </p:cNvPr>
          <p:cNvSpPr txBox="1">
            <a:spLocks/>
          </p:cNvSpPr>
          <p:nvPr/>
        </p:nvSpPr>
        <p:spPr>
          <a:xfrm>
            <a:off x="1466609" y="2207784"/>
            <a:ext cx="5463017" cy="1162991"/>
          </a:xfrm>
          <a:prstGeom prst="rect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txBody>
          <a:bodyPr vert="horz" lIns="97381" tIns="48691" rIns="97381" bIns="48691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L" sz="3515" dirty="0"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s-CL" sz="29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HUELLAS SUSTENTABLES</a:t>
            </a:r>
            <a:br>
              <a:rPr lang="es-CL" sz="3515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CL" sz="3515" dirty="0"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s-CL" sz="2100" dirty="0">
                <a:solidFill>
                  <a:srgbClr val="BE5C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NTH Consultores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7EDA60BD-A44B-C29B-6937-5959C79C4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820" y="2359351"/>
            <a:ext cx="1110056" cy="859856"/>
          </a:xfrm>
          <a:prstGeom prst="rect">
            <a:avLst/>
          </a:pr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7F4B7C64-2DD7-31A6-A111-7D910AEEC1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6294" y="543574"/>
            <a:ext cx="4962762" cy="1284420"/>
          </a:xfrm>
        </p:spPr>
        <p:txBody>
          <a:bodyPr>
            <a:normAutofit/>
          </a:bodyPr>
          <a:lstStyle/>
          <a:p>
            <a:pPr algn="l"/>
            <a:r>
              <a:rPr lang="es-CL" sz="3515" dirty="0">
                <a:latin typeface="Calibri" panose="020F0502020204030204" pitchFamily="34" charset="0"/>
                <a:cs typeface="Calibri" panose="020F0502020204030204" pitchFamily="34" charset="0"/>
              </a:rPr>
              <a:t>HUELLAS SUSTENTABLES</a:t>
            </a:r>
            <a:br>
              <a:rPr lang="es-CL" sz="3515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CL" sz="3515" dirty="0">
                <a:latin typeface="Calibri" panose="020F0502020204030204" pitchFamily="34" charset="0"/>
                <a:cs typeface="Calibri" panose="020F0502020204030204" pitchFamily="34" charset="0"/>
              </a:rPr>
              <a:t>NTH SPA.</a:t>
            </a: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9A3DF9FD-FD25-EE8B-B712-65ECCA02D347}"/>
              </a:ext>
            </a:extLst>
          </p:cNvPr>
          <p:cNvSpPr txBox="1">
            <a:spLocks/>
          </p:cNvSpPr>
          <p:nvPr/>
        </p:nvSpPr>
        <p:spPr>
          <a:xfrm>
            <a:off x="1466608" y="3510176"/>
            <a:ext cx="5463017" cy="1162991"/>
          </a:xfrm>
          <a:prstGeom prst="rect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txBody>
          <a:bodyPr vert="horz" lIns="97381" tIns="48691" rIns="97381" bIns="48691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L" sz="3515" dirty="0"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s-CL" sz="29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HUELLAS SUSTENTABLES</a:t>
            </a:r>
            <a:br>
              <a:rPr lang="es-CL" sz="3515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CL" sz="3515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s-CL" sz="21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NTH Consultores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6607C244-44D8-2125-02F8-0B3852326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268" y="3639880"/>
            <a:ext cx="1110056" cy="891529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5529B8FA-3E71-4B42-1AB4-0FB9C9709ADD}"/>
              </a:ext>
            </a:extLst>
          </p:cNvPr>
          <p:cNvSpPr txBox="1"/>
          <p:nvPr/>
        </p:nvSpPr>
        <p:spPr>
          <a:xfrm>
            <a:off x="7122693" y="3448625"/>
            <a:ext cx="5128461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s-CL" sz="1300" b="1" dirty="0">
                <a:solidFill>
                  <a:srgbClr val="000000"/>
                </a:solidFill>
              </a:rPr>
              <a:t>2</a:t>
            </a:r>
            <a:r>
              <a:rPr lang="es-CL" sz="1300" b="1" i="0" dirty="0">
                <a:solidFill>
                  <a:srgbClr val="000000"/>
                </a:solidFill>
                <a:effectLst/>
              </a:rPr>
              <a:t>) Medio (gris) = logo principal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L" sz="1300" b="0" i="0" dirty="0">
                <a:solidFill>
                  <a:srgbClr val="000000"/>
                </a:solidFill>
                <a:effectLst/>
              </a:rPr>
              <a:t>Propuestas,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L" sz="1300" b="0" i="0" dirty="0">
                <a:solidFill>
                  <a:srgbClr val="000000"/>
                </a:solidFill>
                <a:effectLst/>
              </a:rPr>
              <a:t>informes,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L" sz="1300" b="0" i="0" dirty="0">
                <a:solidFill>
                  <a:srgbClr val="000000"/>
                </a:solidFill>
                <a:effectLst/>
              </a:rPr>
              <a:t>documentos técnicos,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L" sz="1300" b="1" i="0" dirty="0">
                <a:solidFill>
                  <a:srgbClr val="000000"/>
                </a:solidFill>
                <a:effectLst/>
              </a:rPr>
              <a:t>portada de auditorías,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L" sz="1300" b="1" i="0" dirty="0">
                <a:solidFill>
                  <a:srgbClr val="000000"/>
                </a:solidFill>
                <a:effectLst/>
              </a:rPr>
              <a:t>firmas de correo</a:t>
            </a:r>
            <a:r>
              <a:rPr lang="es-CL" sz="1300" b="0" i="0" dirty="0">
                <a:solidFill>
                  <a:srgbClr val="000000"/>
                </a:solidFill>
                <a:effectLst/>
              </a:rPr>
              <a:t>, web.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6CE5BFA-B60D-3ACD-0C24-118FA9A1C460}"/>
              </a:ext>
            </a:extLst>
          </p:cNvPr>
          <p:cNvSpPr txBox="1"/>
          <p:nvPr/>
        </p:nvSpPr>
        <p:spPr>
          <a:xfrm>
            <a:off x="7122693" y="2359351"/>
            <a:ext cx="5463017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CL" sz="1300" b="1" dirty="0">
                <a:solidFill>
                  <a:srgbClr val="000000"/>
                </a:solidFill>
              </a:rPr>
              <a:t>1</a:t>
            </a:r>
            <a:r>
              <a:rPr lang="es-CL" sz="1300" b="1" i="0" dirty="0">
                <a:solidFill>
                  <a:srgbClr val="000000"/>
                </a:solidFill>
                <a:effectLst/>
              </a:rPr>
              <a:t>)  (naranja + marco) = “placa” para presentaciones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CL" sz="1300" b="0" i="0" dirty="0">
                <a:solidFill>
                  <a:srgbClr val="000000"/>
                </a:solidFill>
                <a:effectLst/>
              </a:rPr>
              <a:t>Portadas de PPT, </a:t>
            </a:r>
            <a:r>
              <a:rPr lang="es-CL" sz="1300" b="0" i="0" dirty="0" err="1">
                <a:solidFill>
                  <a:srgbClr val="000000"/>
                </a:solidFill>
                <a:effectLst/>
              </a:rPr>
              <a:t>slides</a:t>
            </a:r>
            <a:r>
              <a:rPr lang="es-CL" sz="1300" b="0" i="0" dirty="0">
                <a:solidFill>
                  <a:srgbClr val="000000"/>
                </a:solidFill>
                <a:effectLst/>
              </a:rPr>
              <a:t> donde quieres que el logo quede “contenido”.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CL" sz="1300" b="0" i="0" dirty="0">
                <a:solidFill>
                  <a:srgbClr val="000000"/>
                </a:solidFill>
                <a:effectLst/>
              </a:rPr>
              <a:t>No lo usaría como logo principal en el día a día.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4BBD1B4-F6CC-1665-AB9A-35E7B0FB5EAA}"/>
              </a:ext>
            </a:extLst>
          </p:cNvPr>
          <p:cNvSpPr txBox="1"/>
          <p:nvPr/>
        </p:nvSpPr>
        <p:spPr>
          <a:xfrm>
            <a:off x="7122693" y="5052957"/>
            <a:ext cx="546301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s-CL" sz="1300" b="1" i="0" dirty="0">
                <a:solidFill>
                  <a:srgbClr val="000000"/>
                </a:solidFill>
                <a:effectLst/>
              </a:rPr>
              <a:t>3) Abajo (naranja sin marco) = versión comercial / marketing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L" sz="1300" b="0" i="0" dirty="0">
                <a:solidFill>
                  <a:srgbClr val="000000"/>
                </a:solidFill>
                <a:effectLst/>
              </a:rPr>
              <a:t>LinkedIn</a:t>
            </a:r>
            <a:r>
              <a:rPr lang="es-CL" sz="1300" dirty="0">
                <a:solidFill>
                  <a:srgbClr val="000000"/>
                </a:solidFill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L" sz="1300" b="0" i="0" dirty="0">
                <a:solidFill>
                  <a:srgbClr val="000000"/>
                </a:solidFill>
                <a:effectLst/>
              </a:rPr>
              <a:t>piezas comerciales, banners, cuando quieres un toque más “energía”.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L" sz="1300" b="0" i="0" dirty="0">
                <a:solidFill>
                  <a:srgbClr val="000000"/>
                </a:solidFill>
                <a:effectLst/>
              </a:rPr>
              <a:t>no para estándar en propuestas formales.</a:t>
            </a:r>
          </a:p>
        </p:txBody>
      </p:sp>
    </p:spTree>
    <p:extLst>
      <p:ext uri="{BB962C8B-B14F-4D97-AF65-F5344CB8AC3E}">
        <p14:creationId xmlns:p14="http://schemas.microsoft.com/office/powerpoint/2010/main" val="1699109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E7BC1-7BD8-B7D1-7ED5-2D262A286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7BE556D3-E4D1-E65C-9DAE-8F37764817AC}"/>
              </a:ext>
            </a:extLst>
          </p:cNvPr>
          <p:cNvSpPr/>
          <p:nvPr/>
        </p:nvSpPr>
        <p:spPr>
          <a:xfrm>
            <a:off x="1356238" y="2616135"/>
            <a:ext cx="1826578" cy="14788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9E4CD08A-EDE6-052C-743F-9C72653FC2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0483761"/>
              </p:ext>
            </p:extLst>
          </p:nvPr>
        </p:nvGraphicFramePr>
        <p:xfrm>
          <a:off x="980746" y="362491"/>
          <a:ext cx="5774987" cy="1173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0901">
                  <a:extLst>
                    <a:ext uri="{9D8B030D-6E8A-4147-A177-3AD203B41FA5}">
                      <a16:colId xmlns:a16="http://schemas.microsoft.com/office/drawing/2014/main" val="2800049676"/>
                    </a:ext>
                  </a:extLst>
                </a:gridCol>
                <a:gridCol w="4264086">
                  <a:extLst>
                    <a:ext uri="{9D8B030D-6E8A-4147-A177-3AD203B41FA5}">
                      <a16:colId xmlns:a16="http://schemas.microsoft.com/office/drawing/2014/main" val="1843820303"/>
                    </a:ext>
                  </a:extLst>
                </a:gridCol>
              </a:tblGrid>
              <a:tr h="506086">
                <a:tc rowSpan="2">
                  <a:txBody>
                    <a:bodyPr/>
                    <a:lstStyle/>
                    <a:p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2900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HUELLAS SOSTENIBLES</a:t>
                      </a:r>
                      <a:endParaRPr lang="es-CL" sz="2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4031193"/>
                  </a:ext>
                </a:extLst>
              </a:tr>
              <a:tr h="375950">
                <a:tc vMerge="1">
                  <a:txBody>
                    <a:bodyPr/>
                    <a:lstStyle/>
                    <a:p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738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2100" b="1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Medición </a:t>
                      </a:r>
                      <a:r>
                        <a:rPr lang="es-CL" sz="1500" b="0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•</a:t>
                      </a:r>
                      <a:r>
                        <a:rPr lang="es-CL" sz="2100" b="1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Verificación </a:t>
                      </a:r>
                      <a:r>
                        <a:rPr lang="es-CL" sz="1500" b="0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•</a:t>
                      </a:r>
                      <a:r>
                        <a:rPr lang="es-CL" sz="2100" b="1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Validación</a:t>
                      </a:r>
                    </a:p>
                    <a:p>
                      <a:pPr marL="0" marR="0" lvl="0" indent="0" algn="l" defTabSz="9738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500" b="0" i="0" dirty="0">
                          <a:solidFill>
                            <a:schemeClr val="accent3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Energía </a:t>
                      </a:r>
                      <a:r>
                        <a:rPr lang="es-CL" sz="1100" b="0" i="0" dirty="0">
                          <a:solidFill>
                            <a:schemeClr val="accent3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|</a:t>
                      </a:r>
                      <a:r>
                        <a:rPr lang="es-CL" sz="1500" b="0" i="0" dirty="0">
                          <a:solidFill>
                            <a:schemeClr val="accent3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Carbono </a:t>
                      </a:r>
                      <a:r>
                        <a:rPr lang="es-CL" sz="1100" b="0" i="0" dirty="0">
                          <a:solidFill>
                            <a:schemeClr val="accent3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|</a:t>
                      </a:r>
                      <a:r>
                        <a:rPr lang="es-CL" sz="1500" b="0" i="0" dirty="0">
                          <a:solidFill>
                            <a:schemeClr val="accent3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Agua</a:t>
                      </a:r>
                      <a:endParaRPr lang="es-CL" sz="1500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5735639"/>
                  </a:ext>
                </a:extLst>
              </a:tr>
            </a:tbl>
          </a:graphicData>
        </a:graphic>
      </p:graphicFrame>
      <p:pic>
        <p:nvPicPr>
          <p:cNvPr id="19" name="Imagen 18">
            <a:extLst>
              <a:ext uri="{FF2B5EF4-FFF2-40B4-BE49-F238E27FC236}">
                <a16:creationId xmlns:a16="http://schemas.microsoft.com/office/drawing/2014/main" id="{3D871D7D-2E35-6491-E57A-7813FCF63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806" y="445927"/>
            <a:ext cx="1358705" cy="1052461"/>
          </a:xfrm>
          <a:prstGeom prst="rect">
            <a:avLst/>
          </a:prstGeom>
        </p:spPr>
      </p:pic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EB274C2D-7247-9EC6-61CA-BDF80D610B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128152"/>
              </p:ext>
            </p:extLst>
          </p:nvPr>
        </p:nvGraphicFramePr>
        <p:xfrm>
          <a:off x="846119" y="6470839"/>
          <a:ext cx="6298960" cy="103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6960">
                  <a:extLst>
                    <a:ext uri="{9D8B030D-6E8A-4147-A177-3AD203B41FA5}">
                      <a16:colId xmlns:a16="http://schemas.microsoft.com/office/drawing/2014/main" val="3213997968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3164911912"/>
                    </a:ext>
                  </a:extLst>
                </a:gridCol>
              </a:tblGrid>
              <a:tr h="161583">
                <a:tc>
                  <a:txBody>
                    <a:bodyPr/>
                    <a:lstStyle/>
                    <a:p>
                      <a:r>
                        <a:rPr lang="es-CL"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Razón Social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738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1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Huellas Sostenibles </a:t>
                      </a:r>
                      <a:r>
                        <a:rPr lang="es-CL" sz="11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SpA</a:t>
                      </a:r>
                      <a:r>
                        <a:rPr lang="es-CL" sz="11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es-CL"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7689797"/>
                  </a:ext>
                </a:extLst>
              </a:tr>
              <a:tr h="161583">
                <a:tc>
                  <a:txBody>
                    <a:bodyPr/>
                    <a:lstStyle/>
                    <a:p>
                      <a:r>
                        <a:rPr lang="es-CL"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Servicios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738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Medición, verificación y validación de Huellas Corporativas.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834004"/>
                  </a:ext>
                </a:extLst>
              </a:tr>
              <a:tr h="161583">
                <a:tc>
                  <a:txBody>
                    <a:bodyPr/>
                    <a:lstStyle/>
                    <a:p>
                      <a:r>
                        <a:rPr lang="es-CL"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Huellas Corporativas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738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Huella Energética • Huella de Carbono • Huella Hídrica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3553447"/>
                  </a:ext>
                </a:extLst>
              </a:tr>
              <a:tr h="161583">
                <a:tc>
                  <a:txBody>
                    <a:bodyPr/>
                    <a:lstStyle/>
                    <a:p>
                      <a:r>
                        <a:rPr lang="es-CL" sz="11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Eslógan</a:t>
                      </a:r>
                      <a:endParaRPr lang="es-CL"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738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Acompañamos su gestión con estrategias Sostenibles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51153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FBFC80F3-B1DA-06F7-9FC4-8ED7D19894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197407"/>
              </p:ext>
            </p:extLst>
          </p:nvPr>
        </p:nvGraphicFramePr>
        <p:xfrm>
          <a:off x="846119" y="4305189"/>
          <a:ext cx="5774987" cy="20447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67472">
                  <a:extLst>
                    <a:ext uri="{9D8B030D-6E8A-4147-A177-3AD203B41FA5}">
                      <a16:colId xmlns:a16="http://schemas.microsoft.com/office/drawing/2014/main" val="2800049676"/>
                    </a:ext>
                  </a:extLst>
                </a:gridCol>
                <a:gridCol w="4207515">
                  <a:extLst>
                    <a:ext uri="{9D8B030D-6E8A-4147-A177-3AD203B41FA5}">
                      <a16:colId xmlns:a16="http://schemas.microsoft.com/office/drawing/2014/main" val="18438203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738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3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Claudia Andrea Farías Arancibia</a:t>
                      </a:r>
                    </a:p>
                    <a:p>
                      <a:pPr marL="0" marR="0" lvl="0" indent="0" algn="l" defTabSz="9738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3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Coordinadora Técnica | MVV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90848355"/>
                  </a:ext>
                </a:extLst>
              </a:tr>
              <a:tr h="506086">
                <a:tc rowSpan="2">
                  <a:txBody>
                    <a:bodyPr/>
                    <a:lstStyle/>
                    <a:p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2900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HUELLAS SOSTENIBLES</a:t>
                      </a:r>
                      <a:endParaRPr lang="es-CL" sz="2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4031193"/>
                  </a:ext>
                </a:extLst>
              </a:tr>
              <a:tr h="375950">
                <a:tc vMerge="1">
                  <a:txBody>
                    <a:bodyPr/>
                    <a:lstStyle/>
                    <a:p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738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2100" b="1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Medición </a:t>
                      </a:r>
                      <a:r>
                        <a:rPr lang="es-CL" sz="1500" b="0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•</a:t>
                      </a:r>
                      <a:r>
                        <a:rPr lang="es-CL" sz="2100" b="1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Verificación </a:t>
                      </a:r>
                      <a:r>
                        <a:rPr lang="es-CL" sz="1500" b="0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•</a:t>
                      </a:r>
                      <a:r>
                        <a:rPr lang="es-CL" sz="2100" b="1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Validación</a:t>
                      </a:r>
                    </a:p>
                    <a:p>
                      <a:pPr marL="0" marR="0" lvl="0" indent="0" algn="l" defTabSz="9738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500" b="0" i="0" dirty="0">
                          <a:solidFill>
                            <a:schemeClr val="accent3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Energía </a:t>
                      </a:r>
                      <a:r>
                        <a:rPr lang="es-CL" sz="1100" b="0" i="0" dirty="0">
                          <a:solidFill>
                            <a:schemeClr val="accent3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|</a:t>
                      </a:r>
                      <a:r>
                        <a:rPr lang="es-CL" sz="1500" b="0" i="0" dirty="0">
                          <a:solidFill>
                            <a:schemeClr val="accent3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Carbono </a:t>
                      </a:r>
                      <a:r>
                        <a:rPr lang="es-CL" sz="1100" b="0" i="0" dirty="0">
                          <a:solidFill>
                            <a:schemeClr val="accent3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|</a:t>
                      </a:r>
                      <a:r>
                        <a:rPr lang="es-CL" sz="1500" b="0" i="0" dirty="0">
                          <a:solidFill>
                            <a:schemeClr val="accent3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Agua</a:t>
                      </a:r>
                      <a:endParaRPr lang="es-CL" sz="1500" b="0" i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5735639"/>
                  </a:ext>
                </a:extLst>
              </a:tr>
              <a:tr h="375950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738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300" b="0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Acompañamos su gestión con estrategias sostenibles.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9618492"/>
                  </a:ext>
                </a:extLst>
              </a:tr>
            </a:tbl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5F551C5B-6772-1832-A276-9438A9572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503" y="4896905"/>
            <a:ext cx="1263024" cy="978346"/>
          </a:xfrm>
          <a:prstGeom prst="rect">
            <a:avLst/>
          </a:prstGeom>
        </p:spPr>
      </p:pic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F892117F-FBC8-4526-8C2F-D48DBC67C6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209246"/>
              </p:ext>
            </p:extLst>
          </p:nvPr>
        </p:nvGraphicFramePr>
        <p:xfrm>
          <a:off x="980747" y="1751770"/>
          <a:ext cx="3102155" cy="21822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2155">
                  <a:extLst>
                    <a:ext uri="{9D8B030D-6E8A-4147-A177-3AD203B41FA5}">
                      <a16:colId xmlns:a16="http://schemas.microsoft.com/office/drawing/2014/main" val="2928320099"/>
                    </a:ext>
                  </a:extLst>
                </a:gridCol>
              </a:tblGrid>
              <a:tr h="1192476">
                <a:tc>
                  <a:txBody>
                    <a:bodyPr/>
                    <a:lstStyle/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45903142"/>
                  </a:ext>
                </a:extLst>
              </a:tr>
              <a:tr h="374977">
                <a:tc>
                  <a:txBody>
                    <a:bodyPr/>
                    <a:lstStyle/>
                    <a:p>
                      <a:pPr marL="0" marR="0" lvl="0" indent="0" algn="ctr" defTabSz="9738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2000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HUELLAS SOSTENIBLES</a:t>
                      </a:r>
                      <a:endParaRPr lang="es-CL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6030628"/>
                  </a:ext>
                </a:extLst>
              </a:tr>
              <a:tr h="525943">
                <a:tc>
                  <a:txBody>
                    <a:bodyPr/>
                    <a:lstStyle/>
                    <a:p>
                      <a:pPr marL="0" marR="0" lvl="0" indent="0" algn="ctr" defTabSz="9738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500" b="1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Medición </a:t>
                      </a:r>
                      <a:r>
                        <a:rPr lang="es-CL" sz="1500" b="0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•</a:t>
                      </a:r>
                      <a:r>
                        <a:rPr lang="es-CL" sz="1500" b="1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Verificación </a:t>
                      </a:r>
                      <a:r>
                        <a:rPr lang="es-CL" sz="1500" b="0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•</a:t>
                      </a:r>
                      <a:r>
                        <a:rPr lang="es-CL" sz="1500" b="1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Validación</a:t>
                      </a:r>
                    </a:p>
                    <a:p>
                      <a:pPr marL="0" marR="0" lvl="0" indent="0" algn="ctr" defTabSz="9738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100" b="0" i="0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Energía | Carbono | Agua</a:t>
                      </a:r>
                      <a:endParaRPr lang="es-CL" sz="1100" b="0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3343428"/>
                  </a:ext>
                </a:extLst>
              </a:tr>
            </a:tbl>
          </a:graphicData>
        </a:graphic>
      </p:graphicFrame>
      <p:pic>
        <p:nvPicPr>
          <p:cNvPr id="12" name="Imagen 11">
            <a:extLst>
              <a:ext uri="{FF2B5EF4-FFF2-40B4-BE49-F238E27FC236}">
                <a16:creationId xmlns:a16="http://schemas.microsoft.com/office/drawing/2014/main" id="{9F774958-A971-3B7A-7495-45296DF76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111" y="1868008"/>
            <a:ext cx="1358705" cy="1052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454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F3AE2-9795-0229-9773-91F783197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E5841F1D-9F1D-C061-AA0A-933D4FE381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379184"/>
              </p:ext>
            </p:extLst>
          </p:nvPr>
        </p:nvGraphicFramePr>
        <p:xfrm>
          <a:off x="980746" y="362491"/>
          <a:ext cx="5774987" cy="1173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0901">
                  <a:extLst>
                    <a:ext uri="{9D8B030D-6E8A-4147-A177-3AD203B41FA5}">
                      <a16:colId xmlns:a16="http://schemas.microsoft.com/office/drawing/2014/main" val="2800049676"/>
                    </a:ext>
                  </a:extLst>
                </a:gridCol>
                <a:gridCol w="4264086">
                  <a:extLst>
                    <a:ext uri="{9D8B030D-6E8A-4147-A177-3AD203B41FA5}">
                      <a16:colId xmlns:a16="http://schemas.microsoft.com/office/drawing/2014/main" val="1843820303"/>
                    </a:ext>
                  </a:extLst>
                </a:gridCol>
              </a:tblGrid>
              <a:tr h="506086">
                <a:tc rowSpan="2">
                  <a:txBody>
                    <a:bodyPr/>
                    <a:lstStyle/>
                    <a:p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2900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HUELLAS SOSTENIBLES</a:t>
                      </a:r>
                      <a:endParaRPr lang="es-CL" sz="2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4031193"/>
                  </a:ext>
                </a:extLst>
              </a:tr>
              <a:tr h="375950">
                <a:tc vMerge="1">
                  <a:txBody>
                    <a:bodyPr/>
                    <a:lstStyle/>
                    <a:p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738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2100" b="1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Medición </a:t>
                      </a:r>
                      <a:r>
                        <a:rPr lang="es-CL" sz="1500" b="0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•</a:t>
                      </a:r>
                      <a:r>
                        <a:rPr lang="es-CL" sz="2100" b="1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Verificación </a:t>
                      </a:r>
                      <a:r>
                        <a:rPr lang="es-CL" sz="1500" b="0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•</a:t>
                      </a:r>
                      <a:r>
                        <a:rPr lang="es-CL" sz="2100" b="1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Validación</a:t>
                      </a:r>
                    </a:p>
                    <a:p>
                      <a:pPr marL="0" marR="0" lvl="0" indent="0" algn="l" defTabSz="9738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500" b="1" i="0" dirty="0">
                          <a:solidFill>
                            <a:schemeClr val="accent2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Energía </a:t>
                      </a:r>
                      <a:r>
                        <a:rPr lang="es-CL" sz="1100" b="1" i="0" dirty="0">
                          <a:solidFill>
                            <a:schemeClr val="accent2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|</a:t>
                      </a:r>
                      <a:r>
                        <a:rPr lang="es-CL" sz="1500" b="1" i="0" dirty="0">
                          <a:solidFill>
                            <a:schemeClr val="accent2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Carbono </a:t>
                      </a:r>
                      <a:r>
                        <a:rPr lang="es-CL" sz="1100" b="1" i="0" dirty="0">
                          <a:solidFill>
                            <a:schemeClr val="accent2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|</a:t>
                      </a:r>
                      <a:r>
                        <a:rPr lang="es-CL" sz="1500" b="1" i="0" dirty="0">
                          <a:solidFill>
                            <a:schemeClr val="accent2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Agua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5735639"/>
                  </a:ext>
                </a:extLst>
              </a:tr>
            </a:tbl>
          </a:graphicData>
        </a:graphic>
      </p:graphicFrame>
      <p:pic>
        <p:nvPicPr>
          <p:cNvPr id="19" name="Imagen 18">
            <a:extLst>
              <a:ext uri="{FF2B5EF4-FFF2-40B4-BE49-F238E27FC236}">
                <a16:creationId xmlns:a16="http://schemas.microsoft.com/office/drawing/2014/main" id="{D661CDD8-DDA8-2EE8-9659-082C3D0DD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806" y="423000"/>
            <a:ext cx="1358705" cy="1052461"/>
          </a:xfrm>
          <a:prstGeom prst="rect">
            <a:avLst/>
          </a:prstGeom>
        </p:spPr>
      </p:pic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68E683B7-4155-6733-51BC-51E19ED518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704065"/>
              </p:ext>
            </p:extLst>
          </p:nvPr>
        </p:nvGraphicFramePr>
        <p:xfrm>
          <a:off x="854765" y="3680881"/>
          <a:ext cx="4303644" cy="34879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3644">
                  <a:extLst>
                    <a:ext uri="{9D8B030D-6E8A-4147-A177-3AD203B41FA5}">
                      <a16:colId xmlns:a16="http://schemas.microsoft.com/office/drawing/2014/main" val="2928320099"/>
                    </a:ext>
                  </a:extLst>
                </a:gridCol>
              </a:tblGrid>
              <a:tr h="2053997">
                <a:tc>
                  <a:txBody>
                    <a:bodyPr/>
                    <a:lstStyle/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903142"/>
                  </a:ext>
                </a:extLst>
              </a:tr>
              <a:tr h="704817">
                <a:tc>
                  <a:txBody>
                    <a:bodyPr/>
                    <a:lstStyle/>
                    <a:p>
                      <a:pPr marL="0" marR="0" lvl="0" indent="0" algn="ctr" defTabSz="9738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33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HUELLAS SOSTENIBLES</a:t>
                      </a:r>
                      <a:endParaRPr lang="es-CL" sz="33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030628"/>
                  </a:ext>
                </a:extLst>
              </a:tr>
              <a:tr h="729097">
                <a:tc>
                  <a:txBody>
                    <a:bodyPr/>
                    <a:lstStyle/>
                    <a:p>
                      <a:pPr marL="0" marR="0" lvl="0" indent="0" algn="ctr" defTabSz="9738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7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Medición • Verificación • Validación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343428"/>
                  </a:ext>
                </a:extLst>
              </a:tr>
            </a:tbl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47889820-8918-0884-904A-9D26EE6F85F5}"/>
              </a:ext>
            </a:extLst>
          </p:cNvPr>
          <p:cNvSpPr/>
          <p:nvPr/>
        </p:nvSpPr>
        <p:spPr>
          <a:xfrm>
            <a:off x="1277285" y="4999571"/>
            <a:ext cx="1826578" cy="14788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4AF92C9-A0B3-5339-68A5-D2A76AAB8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982" y="3826565"/>
            <a:ext cx="2385391" cy="1858437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97CE80D-DE37-55D4-5961-31AC2BA503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7050939"/>
              </p:ext>
            </p:extLst>
          </p:nvPr>
        </p:nvGraphicFramePr>
        <p:xfrm>
          <a:off x="980746" y="2021686"/>
          <a:ext cx="5774987" cy="1173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0901">
                  <a:extLst>
                    <a:ext uri="{9D8B030D-6E8A-4147-A177-3AD203B41FA5}">
                      <a16:colId xmlns:a16="http://schemas.microsoft.com/office/drawing/2014/main" val="2800049676"/>
                    </a:ext>
                  </a:extLst>
                </a:gridCol>
                <a:gridCol w="4264086">
                  <a:extLst>
                    <a:ext uri="{9D8B030D-6E8A-4147-A177-3AD203B41FA5}">
                      <a16:colId xmlns:a16="http://schemas.microsoft.com/office/drawing/2014/main" val="1843820303"/>
                    </a:ext>
                  </a:extLst>
                </a:gridCol>
              </a:tblGrid>
              <a:tr h="506086">
                <a:tc rowSpan="2">
                  <a:txBody>
                    <a:bodyPr/>
                    <a:lstStyle/>
                    <a:p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2900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HUELLAS SOSTENIBLES</a:t>
                      </a:r>
                      <a:endParaRPr lang="es-CL" sz="2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4031193"/>
                  </a:ext>
                </a:extLst>
              </a:tr>
              <a:tr h="375950">
                <a:tc vMerge="1">
                  <a:txBody>
                    <a:bodyPr/>
                    <a:lstStyle/>
                    <a:p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738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2100" b="1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Medición </a:t>
                      </a:r>
                      <a:r>
                        <a:rPr lang="es-CL" sz="1500" b="0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•</a:t>
                      </a:r>
                      <a:r>
                        <a:rPr lang="es-CL" sz="2100" b="1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Verificación </a:t>
                      </a:r>
                      <a:r>
                        <a:rPr lang="es-CL" sz="1500" b="0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•</a:t>
                      </a:r>
                      <a:r>
                        <a:rPr lang="es-CL" sz="2100" b="1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Validación</a:t>
                      </a:r>
                    </a:p>
                    <a:p>
                      <a:pPr marL="0" marR="0" lvl="0" indent="0" algn="l" defTabSz="9738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500" b="1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Energía </a:t>
                      </a:r>
                      <a:r>
                        <a:rPr lang="es-CL" sz="1100" b="1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|</a:t>
                      </a:r>
                      <a:r>
                        <a:rPr lang="es-CL" sz="1500" b="1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Carbono </a:t>
                      </a:r>
                      <a:r>
                        <a:rPr lang="es-CL" sz="1100" b="1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|</a:t>
                      </a:r>
                      <a:r>
                        <a:rPr lang="es-CL" sz="1500" b="1" i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Agua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5735639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F1D8C0BF-DC02-4330-BEF3-C8DE7A6DB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806" y="2021685"/>
            <a:ext cx="1358705" cy="1052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51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E9826-5653-4B43-A523-09C270072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88DACBF7-27FF-7B9D-FDE5-A034940E0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611029"/>
              </p:ext>
            </p:extLst>
          </p:nvPr>
        </p:nvGraphicFramePr>
        <p:xfrm>
          <a:off x="874643" y="1652075"/>
          <a:ext cx="4760844" cy="44339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0844">
                  <a:extLst>
                    <a:ext uri="{9D8B030D-6E8A-4147-A177-3AD203B41FA5}">
                      <a16:colId xmlns:a16="http://schemas.microsoft.com/office/drawing/2014/main" val="2928320099"/>
                    </a:ext>
                  </a:extLst>
                </a:gridCol>
              </a:tblGrid>
              <a:tr h="2781391">
                <a:tc>
                  <a:txBody>
                    <a:bodyPr/>
                    <a:lstStyle/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903142"/>
                  </a:ext>
                </a:extLst>
              </a:tr>
              <a:tr h="682424">
                <a:tc>
                  <a:txBody>
                    <a:bodyPr/>
                    <a:lstStyle/>
                    <a:p>
                      <a:pPr marL="0" marR="0" lvl="0" indent="0" algn="ctr" defTabSz="9738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3300" b="1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HUELLAS SOSTENIBLES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030628"/>
                  </a:ext>
                </a:extLst>
              </a:tr>
              <a:tr h="738447">
                <a:tc>
                  <a:txBody>
                    <a:bodyPr/>
                    <a:lstStyle/>
                    <a:p>
                      <a:pPr marL="0" marR="0" lvl="0" indent="0" algn="ctr" defTabSz="9738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1100" b="0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343428"/>
                  </a:ext>
                </a:extLst>
              </a:tr>
            </a:tbl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21180823-4F95-2986-13FC-DCED2E23C883}"/>
              </a:ext>
            </a:extLst>
          </p:cNvPr>
          <p:cNvSpPr/>
          <p:nvPr/>
        </p:nvSpPr>
        <p:spPr>
          <a:xfrm>
            <a:off x="1277285" y="4999571"/>
            <a:ext cx="1826578" cy="14788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4E312D3-65FB-3BB0-5303-EE4DA231809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emen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27915" y="1977491"/>
            <a:ext cx="2654300" cy="2425700"/>
          </a:xfrm>
          <a:prstGeom prst="rect">
            <a:avLst/>
          </a:prstGeom>
        </p:spPr>
      </p:pic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109439EE-C0E9-140F-28C0-F42A71EE0C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648846"/>
              </p:ext>
            </p:extLst>
          </p:nvPr>
        </p:nvGraphicFramePr>
        <p:xfrm>
          <a:off x="5966791" y="1572452"/>
          <a:ext cx="4760844" cy="4002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0844">
                  <a:extLst>
                    <a:ext uri="{9D8B030D-6E8A-4147-A177-3AD203B41FA5}">
                      <a16:colId xmlns:a16="http://schemas.microsoft.com/office/drawing/2014/main" val="2928320099"/>
                    </a:ext>
                  </a:extLst>
                </a:gridCol>
              </a:tblGrid>
              <a:tr h="2560868">
                <a:tc>
                  <a:txBody>
                    <a:bodyPr/>
                    <a:lstStyle/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903142"/>
                  </a:ext>
                </a:extLst>
              </a:tr>
              <a:tr h="505158">
                <a:tc>
                  <a:txBody>
                    <a:bodyPr/>
                    <a:lstStyle/>
                    <a:p>
                      <a:pPr marL="0" marR="0" lvl="0" indent="0" algn="ctr" defTabSz="9738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3300" b="1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HUELLAS SOSTENIBLES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6030628"/>
                  </a:ext>
                </a:extLst>
              </a:tr>
              <a:tr h="395450">
                <a:tc>
                  <a:txBody>
                    <a:bodyPr/>
                    <a:lstStyle/>
                    <a:p>
                      <a:pPr marL="0" marR="0" lvl="0" indent="0" algn="ctr" defTabSz="9738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1100" b="0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343428"/>
                  </a:ext>
                </a:extLst>
              </a:tr>
            </a:tbl>
          </a:graphicData>
        </a:graphic>
      </p:graphicFrame>
      <p:pic>
        <p:nvPicPr>
          <p:cNvPr id="12" name="Imagen 11">
            <a:extLst>
              <a:ext uri="{FF2B5EF4-FFF2-40B4-BE49-F238E27FC236}">
                <a16:creationId xmlns:a16="http://schemas.microsoft.com/office/drawing/2014/main" id="{521DEE77-95BF-A5F5-71C9-321B9370836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emen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20063" y="2124777"/>
            <a:ext cx="2654300" cy="242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290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748C6-1891-51FC-2CA1-E374D54DF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8283A38-1A45-D944-521F-4114A617304D}"/>
              </a:ext>
            </a:extLst>
          </p:cNvPr>
          <p:cNvSpPr/>
          <p:nvPr/>
        </p:nvSpPr>
        <p:spPr>
          <a:xfrm>
            <a:off x="1277285" y="4999571"/>
            <a:ext cx="1826578" cy="14788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9507C3A9-D0AE-A578-F5AB-AEE1C3F50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374334"/>
              </p:ext>
            </p:extLst>
          </p:nvPr>
        </p:nvGraphicFramePr>
        <p:xfrm>
          <a:off x="1277285" y="367749"/>
          <a:ext cx="9427158" cy="68813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27158">
                  <a:extLst>
                    <a:ext uri="{9D8B030D-6E8A-4147-A177-3AD203B41FA5}">
                      <a16:colId xmlns:a16="http://schemas.microsoft.com/office/drawing/2014/main" val="2928320099"/>
                    </a:ext>
                  </a:extLst>
                </a:gridCol>
              </a:tblGrid>
              <a:tr h="4668418">
                <a:tc>
                  <a:txBody>
                    <a:bodyPr/>
                    <a:lstStyle/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903142"/>
                  </a:ext>
                </a:extLst>
              </a:tr>
              <a:tr h="920893">
                <a:tc>
                  <a:txBody>
                    <a:bodyPr/>
                    <a:lstStyle/>
                    <a:p>
                      <a:pPr marL="0" marR="0" lvl="0" indent="0" algn="ctr" defTabSz="9738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2100" b="1" dirty="0">
                        <a:solidFill>
                          <a:schemeClr val="accent3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 defTabSz="9738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3900" b="1" dirty="0">
                        <a:solidFill>
                          <a:schemeClr val="accent3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 defTabSz="9738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3900" b="1" dirty="0">
                          <a:solidFill>
                            <a:schemeClr val="accent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HUELLAS SOSTENIBLES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6030628"/>
                  </a:ext>
                </a:extLst>
              </a:tr>
              <a:tr h="612705">
                <a:tc>
                  <a:txBody>
                    <a:bodyPr/>
                    <a:lstStyle/>
                    <a:p>
                      <a:pPr marL="0" marR="0" lvl="0" indent="0" algn="ctr" defTabSz="9738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1100" b="0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343428"/>
                  </a:ext>
                </a:extLst>
              </a:tr>
            </a:tbl>
          </a:graphicData>
        </a:graphic>
      </p:graphicFrame>
      <p:pic>
        <p:nvPicPr>
          <p:cNvPr id="12" name="Imagen 11">
            <a:extLst>
              <a:ext uri="{FF2B5EF4-FFF2-40B4-BE49-F238E27FC236}">
                <a16:creationId xmlns:a16="http://schemas.microsoft.com/office/drawing/2014/main" id="{3FCF2E37-1339-CC89-70BE-040C2B79BAC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emen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12775" y="646042"/>
            <a:ext cx="5953538" cy="525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184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E0E5C-DC9C-1052-3A8C-CB2D128D9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A9191D36-AEAF-9592-C1DE-35CB71F679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400491"/>
              </p:ext>
            </p:extLst>
          </p:nvPr>
        </p:nvGraphicFramePr>
        <p:xfrm>
          <a:off x="1065806" y="4376983"/>
          <a:ext cx="3102155" cy="21822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2155">
                  <a:extLst>
                    <a:ext uri="{9D8B030D-6E8A-4147-A177-3AD203B41FA5}">
                      <a16:colId xmlns:a16="http://schemas.microsoft.com/office/drawing/2014/main" val="2928320099"/>
                    </a:ext>
                  </a:extLst>
                </a:gridCol>
              </a:tblGrid>
              <a:tr h="1192476">
                <a:tc>
                  <a:txBody>
                    <a:bodyPr/>
                    <a:lstStyle/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45903142"/>
                  </a:ext>
                </a:extLst>
              </a:tr>
              <a:tr h="374977">
                <a:tc>
                  <a:txBody>
                    <a:bodyPr/>
                    <a:lstStyle/>
                    <a:p>
                      <a:pPr marL="0" marR="0" lvl="0" indent="0" algn="ctr" defTabSz="9738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HUELLAS SOSTENIBLES</a:t>
                      </a:r>
                      <a:endParaRPr lang="es-CL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6030628"/>
                  </a:ext>
                </a:extLst>
              </a:tr>
              <a:tr h="525943">
                <a:tc>
                  <a:txBody>
                    <a:bodyPr/>
                    <a:lstStyle/>
                    <a:p>
                      <a:pPr marL="0" marR="0" lvl="0" indent="0" algn="ctr" defTabSz="9738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5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Medición </a:t>
                      </a:r>
                      <a:r>
                        <a:rPr lang="es-CL" sz="15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•</a:t>
                      </a:r>
                      <a:r>
                        <a:rPr lang="es-CL" sz="15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Verificación </a:t>
                      </a:r>
                      <a:r>
                        <a:rPr lang="es-CL" sz="15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•</a:t>
                      </a:r>
                      <a:r>
                        <a:rPr lang="es-CL" sz="15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Validación</a:t>
                      </a:r>
                    </a:p>
                    <a:p>
                      <a:pPr marL="0" marR="0" lvl="0" indent="0" algn="ctr" defTabSz="9738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10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Energía | Carbono | Agua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3343428"/>
                  </a:ext>
                </a:extLst>
              </a:tr>
            </a:tbl>
          </a:graphicData>
        </a:graphic>
      </p:graphicFrame>
      <p:pic>
        <p:nvPicPr>
          <p:cNvPr id="12" name="Imagen 11">
            <a:extLst>
              <a:ext uri="{FF2B5EF4-FFF2-40B4-BE49-F238E27FC236}">
                <a16:creationId xmlns:a16="http://schemas.microsoft.com/office/drawing/2014/main" id="{ABF95A7A-8C83-88C7-DE4F-911FA4AFAE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24111" y="4346917"/>
            <a:ext cx="1358705" cy="1052461"/>
          </a:xfrm>
          <a:prstGeom prst="rect">
            <a:avLst/>
          </a:prstGeom>
        </p:spPr>
      </p:pic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DCD8C701-6B88-43D9-3396-0ADEE1AF4B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154680"/>
              </p:ext>
            </p:extLst>
          </p:nvPr>
        </p:nvGraphicFramePr>
        <p:xfrm>
          <a:off x="746760" y="2481013"/>
          <a:ext cx="5197197" cy="10524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4295">
                  <a:extLst>
                    <a:ext uri="{9D8B030D-6E8A-4147-A177-3AD203B41FA5}">
                      <a16:colId xmlns:a16="http://schemas.microsoft.com/office/drawing/2014/main" val="2800049676"/>
                    </a:ext>
                  </a:extLst>
                </a:gridCol>
                <a:gridCol w="3992902">
                  <a:extLst>
                    <a:ext uri="{9D8B030D-6E8A-4147-A177-3AD203B41FA5}">
                      <a16:colId xmlns:a16="http://schemas.microsoft.com/office/drawing/2014/main" val="1843820303"/>
                    </a:ext>
                  </a:extLst>
                </a:gridCol>
              </a:tblGrid>
              <a:tr h="1052461">
                <a:tc>
                  <a:txBody>
                    <a:bodyPr/>
                    <a:lstStyle/>
                    <a:p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21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/>
                      <a:r>
                        <a:rPr lang="es-CL" sz="21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HUELLAS SOSTENIBLES</a:t>
                      </a:r>
                      <a:endParaRPr lang="es-CL" sz="2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4031193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9FAF3E60-1369-F649-8768-E0688EE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81117" y="4431869"/>
            <a:ext cx="1139361" cy="882556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149B33D-BBDB-5DC1-56CA-A61DBBFAB4E9}"/>
              </a:ext>
            </a:extLst>
          </p:cNvPr>
          <p:cNvSpPr txBox="1"/>
          <p:nvPr/>
        </p:nvSpPr>
        <p:spPr>
          <a:xfrm>
            <a:off x="7147647" y="4665398"/>
            <a:ext cx="310215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21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HUELLAS SOSTENIBLES</a:t>
            </a:r>
            <a:endParaRPr lang="es-CL" sz="2100" b="1" dirty="0">
              <a:solidFill>
                <a:schemeClr val="tx1"/>
              </a:solidFill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F7A45283-A846-1954-5FE2-9AB9725C82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7311" y="2546936"/>
            <a:ext cx="1066800" cy="88255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62E3D28-23A8-59CD-44E5-135DA30167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719" y="347050"/>
            <a:ext cx="2266097" cy="175533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3472262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8699</TotalTime>
  <Words>265</Words>
  <Application>Microsoft Macintosh PowerPoint</Application>
  <PresentationFormat>Personalizado</PresentationFormat>
  <Paragraphs>86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Calibri Light</vt:lpstr>
      <vt:lpstr>Tema de Office</vt:lpstr>
      <vt:lpstr>HUELLAS SUSTENTABLES NTH SPA.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Claudia FarÍas-Huellas Sustentables</dc:creator>
  <cp:lastModifiedBy>Claudia FarÍas-Huellas Sustentables</cp:lastModifiedBy>
  <cp:revision>12</cp:revision>
  <dcterms:created xsi:type="dcterms:W3CDTF">2026-02-25T20:54:59Z</dcterms:created>
  <dcterms:modified xsi:type="dcterms:W3CDTF">2026-03-17T10:13:48Z</dcterms:modified>
</cp:coreProperties>
</file>